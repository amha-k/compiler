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enor Sans" charset="0"/>
      <p:regular r:id="rId15"/>
    </p:embeddedFont>
    <p:embeddedFont>
      <p:font typeface="Clear Sans Medium" charset="0"/>
      <p:regular r:id="rId16"/>
    </p:embeddedFont>
    <p:embeddedFont>
      <p:font typeface="Clear Sans" charset="0"/>
      <p:regular r:id="rId17"/>
    </p:embeddedFont>
    <p:embeddedFont>
      <p:font typeface="Clear Sans Bold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3" d="100"/>
          <a:sy n="43" d="100"/>
        </p:scale>
        <p:origin x="-696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038488"/>
            <a:ext cx="9763125" cy="5083939"/>
            <a:chOff x="0" y="190500"/>
            <a:chExt cx="13017500" cy="677858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549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Type Checking in Programming Languages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199644"/>
              <a:ext cx="13017500" cy="769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 </a:t>
              </a:r>
              <a:r>
                <a:rPr lang="en-US" sz="3200" dirty="0" err="1" smtClean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Amha</a:t>
              </a:r>
              <a:r>
                <a:rPr lang="en-US" sz="3200" dirty="0" smtClean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3200" dirty="0" err="1" smtClean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kifle</a:t>
              </a:r>
              <a:r>
                <a:rPr lang="en-US" sz="3200" dirty="0" smtClean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3200" dirty="0" smtClean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sz="3200" dirty="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JANUARY 4,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526406"/>
            <a:chOff x="0" y="0"/>
            <a:chExt cx="13017500" cy="7368541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COMPILER SAFETY INSPECTOR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Type checking acts as a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compiler and runtime safety inspector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preventing illogical operations, like adding a string to a number, ensuring program correctness.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Type Checking in Programming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Two Main Approaches to Type Checking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165070"/>
            <a:chOff x="0" y="0"/>
            <a:chExt cx="7264400" cy="688676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 TYPE CHECKING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occurs at compile time, ensuring that errors are caught before the program runs, enhancing safety and reliability.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 TYPE CHECKING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happens at runtime, allowing for more flexibility but potentially leading to errors that only appear during execution.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158784"/>
            <a:chOff x="0" y="0"/>
            <a:chExt cx="13017500" cy="6878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HOW IT OPERATES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involves the compiler analyzing the source code before execution, utilizing a Symbol Table and Syntax Tree to track types effectively.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Static Type Checking Mechanism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Advantages of Static Type Checking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44877"/>
            <a:chOff x="0" y="0"/>
            <a:chExt cx="9182100" cy="2593170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EARLY ERROR DETECTION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6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allows developers to catch errors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before execution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ensuring that issues are identified and resolved during compile time.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44732"/>
            <a:chOff x="0" y="0"/>
            <a:chExt cx="9182100" cy="25929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SUPERIOR PERFORMANCE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2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no runtime checks required, static type checking can enhance performance, making applications run more efficiently and reducing overhead.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1944864"/>
            <a:chOff x="0" y="0"/>
            <a:chExt cx="9182100" cy="259315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BETTER DOCUMENTATION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58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explicit type declarations in static type checking lead to clearer code documentation, making it easier for developers to understand the codebase.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Disadvantages of Static Type Checking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44877"/>
            <a:chOff x="0" y="0"/>
            <a:chExt cx="9182100" cy="2593170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RIGIDITY AND FRUSTRATION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6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strict enforcement of types can lead to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frustration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among developers, especially when they face challenges due to unexpected compiler errors.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44732"/>
            <a:chOff x="0" y="0"/>
            <a:chExt cx="9182100" cy="25929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VERBOSITY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2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often requires lengthy type declarations, resulting in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verbose code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can be cumbersome to read and maintain over time.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1944864"/>
            <a:chOff x="0" y="0"/>
            <a:chExt cx="9182100" cy="259315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LONGER COMPILATION TIMES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58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Due to the extensive checks performed at compile time, static type checking can result in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longer compilation times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slowing down the development process.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526406"/>
            <a:chOff x="0" y="0"/>
            <a:chExt cx="13017500" cy="7368541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 TYPE VERIFICATION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validates variable types during execution, ensuring correctness by raising errors when operations involve incompatible types, enhancing runtime safety.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Dynamic Type Checking Mechanisms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Advantages of Dynamic Type Checking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18306"/>
            <a:chOff x="0" y="0"/>
            <a:chExt cx="9182100" cy="25577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RAPID PROTOTYPING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55701"/>
              <a:ext cx="9182100" cy="1402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enables </a:t>
              </a:r>
              <a:r>
                <a:rPr lang="en-US" sz="2060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rapid prototyping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allowing developers to quickly test and iterate on ideas without the constraints of a strict type system.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18161"/>
            <a:chOff x="0" y="0"/>
            <a:chExt cx="9182100" cy="2557548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HIGH FLEXIBILITY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507"/>
              <a:ext cx="9182100" cy="1402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dynamic type checking, developers enjoy </a:t>
              </a:r>
              <a:r>
                <a:rPr lang="en-US" sz="2060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 flexibility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 their code, easily adapting variable types and structures during runtime without extensive modifications.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1918292"/>
            <a:chOff x="0" y="0"/>
            <a:chExt cx="9182100" cy="255772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CONCISE CODE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683"/>
              <a:ext cx="9182100" cy="1402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typing promotes </a:t>
              </a:r>
              <a:r>
                <a:rPr lang="en-US" sz="2060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concise code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reducing boilerplate declarations and enhancing readability, which helps developers focus on logic rather than type specifics.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Disadvantages of Dynamic Type Checking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44877"/>
            <a:chOff x="0" y="0"/>
            <a:chExt cx="9182100" cy="2593170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RUNTIME CRASHES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6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may lead to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 errors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occur late, potentially causing unexpected program crashes during execution.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44732"/>
            <a:chOff x="0" y="0"/>
            <a:chExt cx="9182100" cy="25929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PERFORMANCE OVERHEAD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2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Constant type checks can add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performance overhead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resulting in slower execution times compared to statically typed languages with earlier error detection.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1944864"/>
            <a:chOff x="0" y="0"/>
            <a:chExt cx="9182100" cy="259315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WEAKER IDE SUPPORT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58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Development environments often provide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less robust support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dynamic languages, leading to weaker tools for code completion and error highlighting.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Comparison of Type Checking Methods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165070"/>
            <a:chOff x="0" y="0"/>
            <a:chExt cx="7264400" cy="688676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TIMING DIFFERENCES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occurs at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 time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allowing early error detection before code execution. This prevents runtime failures and improves reliability.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ERROR DETECTION MECHANISMS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verifies types during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enabling greater flexibility. However, this can lead to late errors that may disrupt program flow.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Code Verbosity and Tooling 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3352794"/>
            <a:ext cx="5448300" cy="5165070"/>
            <a:chOff x="0" y="0"/>
            <a:chExt cx="7264400" cy="688676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CODE VERBOSITY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often requires explicit type declarations, leading to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more verbose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code compared to dynamic type systems, which are generally more concise.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TOOLING &amp; AUTOCOMPLETE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typing provides superior IDE support with better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autocompletion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features, while dynamic typing may struggle with intelligent suggestions due to runtime variability.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Language Examples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Languages like C, C++, Java, and Rust use static type checking, enforcing type constraints at compile time for safer code execution.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is employed by languages such as Python, JavaScript, Ruby, and PHP, allowing for more flexibility and rapid development.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HYBRID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TypeScript and Kotlin represent modern trends in hybrid typing, blending static and dynamic features to enhance safety while maintaining flexibility in coding.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Choosing the Right Type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is ideal for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large systems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where performance and reliability are critical, ensuring errors are caught at compile time.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excels in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rapid development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scenarios, allowing for quick iterations and flexibility, which is crucial in fast-paced environments.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GRADUAL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Gradual typing presents a </a:t>
              </a:r>
              <a:r>
                <a:rPr lang="en-US" sz="2099" b="1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modern hybrid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approach, combining strengths of both static and dynamic systems to enhance flexibility while maintaining safety.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775</Words>
  <Application>Microsoft Office PowerPoint</Application>
  <PresentationFormat>Custom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Tenor Sans</vt:lpstr>
      <vt:lpstr>Clear Sans Medium</vt:lpstr>
      <vt:lpstr>Clear Sans</vt:lpstr>
      <vt:lpstr>Clear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Type Checking in Programming Languages</dc:title>
  <dc:description>Presentation - Type Checking in Programming Languages</dc:description>
  <cp:lastModifiedBy>hp</cp:lastModifiedBy>
  <cp:revision>2</cp:revision>
  <dcterms:created xsi:type="dcterms:W3CDTF">2006-08-16T00:00:00Z</dcterms:created>
  <dcterms:modified xsi:type="dcterms:W3CDTF">2026-01-04T09:09:33Z</dcterms:modified>
  <dc:identifier>DAG9cJKIhm0</dc:identifier>
</cp:coreProperties>
</file>